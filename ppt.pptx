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5" r:id="rId6"/>
    <p:sldId id="259" r:id="rId7"/>
    <p:sldId id="260" r:id="rId8"/>
    <p:sldId id="261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5400" dirty="0"/>
              <a:t>Clothing Image Generator Using Stable Diffusion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Team:53</a:t>
            </a:r>
          </a:p>
          <a:p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sYnthestyle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221E-05B6-0EE1-A899-F4F8462E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EFDB-F0DA-6F86-53CC-0498401E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In the modern fashion industry, consumers and designers often struggle with visualizing custom clothing before making a purchase or finalizing a design. Online shopping platforms typically offer static product images, which limit personalization and creativity.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 Additionally, fashion designers and brands face high costs and long production times when developing prototypes.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 This project addresses these challenges by utilizing AI-powered image generation, allowing users to create realistic clothing visuals based on simple text descriptions. With this approach, the fashion industry can experience a more efficient, creative, and personalized design process.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7761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32DC-07AF-2B6C-1663-F3DF1690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8663D0-FC2E-2795-A14B-8046C4D527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1997296"/>
            <a:ext cx="99557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800" dirty="0"/>
              <a:t>The AI-powered clothing image generator offers several key features. Users can generate realistic clothing images simply by entering a text-based description of their desired outfit.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800" dirty="0"/>
              <a:t>The system also provides customization options, enabling users to modify elements such as color, pattern, and fabric texture. The project features a user-friendly web interface, built using </a:t>
            </a:r>
            <a:r>
              <a:rPr lang="en-US" sz="1800" dirty="0" err="1"/>
              <a:t>Streamlit</a:t>
            </a:r>
            <a:r>
              <a:rPr lang="en-US" sz="1800" dirty="0"/>
              <a:t>, making it accessible even to non-technical users.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800" dirty="0"/>
              <a:t> Additionally, the platform allows users to save and share their AI-generated designs, providing flexibility for designers, brands, and fashion enthusiasts.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EEA7-CC4D-7257-6CE3-332FCD1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E671-EC99-BC15-8098-C4F02D934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This project is built using state-of-the-art AI and web technologies. At its core, it utilizes Stable Diffusion, a powerful deep learning model capable of generating high-quality images from text prompts. The frontend is developed using </a:t>
            </a:r>
            <a:r>
              <a:rPr lang="en-US" sz="1800" dirty="0" err="1"/>
              <a:t>Streamlit</a:t>
            </a:r>
            <a:r>
              <a:rPr lang="en-US" sz="1800" dirty="0"/>
              <a:t>, a lightweight and interactive Python-based framework for web applications.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 backend is powered by Python with </a:t>
            </a:r>
            <a:r>
              <a:rPr lang="en-US" sz="1800" dirty="0" err="1"/>
              <a:t>FastAPI</a:t>
            </a:r>
            <a:r>
              <a:rPr lang="en-US" sz="1800" dirty="0"/>
              <a:t> or Flask, ensuring smooth communication between the user interface and the AI model. Additionally, an optional database (MySQL or MongoDB) can be integrated to store generated designs for future use.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9721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3FB6-0482-AD52-0A35-26FC1238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430F27-2850-7187-3353-E68F74D31C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41712"/>
            <a:ext cx="10058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800" dirty="0"/>
              <a:t>The workflow of this project follows a structured process. First, the user provides a text input, describing a clothing item, such as "A red satin evening gown with golden embroidery." The AI model then processes the input and generates a corresponding clothing image.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/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800" dirty="0"/>
              <a:t> Users can then refine and customize the generated design, adjusting details like color and texture. Finally, the output image can be saved, shared, or even used as a reference for clothing production. This seamless pipeline enhances the creative process in fashion design.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82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B12A-648C-8954-E044-B0D20FCA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C0ECB-7AB5-4BB4-CB89-66182CF8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There is significant potential for expanding this project with future developments. Integration with AR/VR technology could allow users to virtually try on AI-generated outfits, improving online shopping experiences.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Adding real-time AI refinements would enhance the quality and accuracy of generated clothing images. The project could also be expanded into an API service, enabling fashion brands and e-commerce platforms to integrate AI-generated fashion design into their websites and apps.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Another future enhancement is the introduction of 3D modeling, where AI-generated 2D images can be converted into 3D prototypes, making fashion design even more interactive and immersive.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3448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B0BA-3993-4987-6CFF-7F831429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7849-019B-85E4-A8EF-879409882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9808" lvl="1" indent="-457200">
              <a:buFont typeface="Wingdings" panose="05000000000000000000" pitchFamily="2" charset="2"/>
              <a:buChar char="Ø"/>
            </a:pPr>
            <a:r>
              <a:rPr lang="en-US" sz="1800" dirty="0"/>
              <a:t>AI-powered fashion visualization is set to revolutionize the industry by making design creation faster, more accessible, and more personalized. 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r>
              <a:rPr lang="en-US" sz="1800" dirty="0"/>
              <a:t>By combining Stable Diffusion with an interactive web interface, this project enables designers, brands, and consumers to generate and refine unique clothing ideas effortlessly. With further advancements, AI-generated clothing images can transform fashion prototyping, e-commerce, and digital styling, ultimately reshaping the way people interact with fashion. 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r>
              <a:rPr lang="en-US" sz="1800" dirty="0"/>
              <a:t>The future of AI-driven fashion is here, offering limitless possibilities for creativity and innovation.</a:t>
            </a:r>
          </a:p>
          <a:p>
            <a:pPr marL="749808" lvl="1" indent="-457200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604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7B51-710F-C5BD-8957-E299CF88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10" y="286604"/>
            <a:ext cx="9933370" cy="4947870"/>
          </a:xfrm>
        </p:spPr>
        <p:txBody>
          <a:bodyPr/>
          <a:lstStyle/>
          <a:p>
            <a:pPr algn="ctr"/>
            <a:r>
              <a:rPr lang="en-US" b="1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810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{365E6C31-136C-4ABC-A18A-E843A4FBFA77}tf56160789_win32</Template>
  <TotalTime>39</TotalTime>
  <Words>621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Bookman Old Style</vt:lpstr>
      <vt:lpstr>Calibri</vt:lpstr>
      <vt:lpstr>Franklin Gothic Book</vt:lpstr>
      <vt:lpstr>Wingdings</vt:lpstr>
      <vt:lpstr>Custom</vt:lpstr>
      <vt:lpstr>Clothing Image Generator Using Stable Diffusion Pipeline</vt:lpstr>
      <vt:lpstr>Introduction:</vt:lpstr>
      <vt:lpstr>Key Features:</vt:lpstr>
      <vt:lpstr>Technologies Used:</vt:lpstr>
      <vt:lpstr>System Architecture:</vt:lpstr>
      <vt:lpstr>Future Scope:</vt:lpstr>
      <vt:lpstr>Conclusion: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Varshitha Thalla</dc:creator>
  <cp:lastModifiedBy>Varshitha Thalla</cp:lastModifiedBy>
  <cp:revision>1</cp:revision>
  <dcterms:created xsi:type="dcterms:W3CDTF">2025-03-01T04:40:45Z</dcterms:created>
  <dcterms:modified xsi:type="dcterms:W3CDTF">2025-03-01T05:20:40Z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